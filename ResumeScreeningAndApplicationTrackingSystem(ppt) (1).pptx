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Moravaneni" userId="404a135319b485d0" providerId="LiveId" clId="{21CA78E4-AD10-45EB-85C7-1D51EC66BF22}"/>
    <pc:docChg chg="undo custSel addSld modSld">
      <pc:chgData name="Ramya Moravaneni" userId="404a135319b485d0" providerId="LiveId" clId="{21CA78E4-AD10-45EB-85C7-1D51EC66BF22}" dt="2026-06-25T06:19:39.812" v="82" actId="255"/>
      <pc:docMkLst>
        <pc:docMk/>
      </pc:docMkLst>
      <pc:sldChg chg="modSp new mod">
        <pc:chgData name="Ramya Moravaneni" userId="404a135319b485d0" providerId="LiveId" clId="{21CA78E4-AD10-45EB-85C7-1D51EC66BF22}" dt="2026-06-25T06:15:26.024" v="39" actId="14100"/>
        <pc:sldMkLst>
          <pc:docMk/>
          <pc:sldMk cId="1080004126" sldId="261"/>
        </pc:sldMkLst>
        <pc:spChg chg="mod">
          <ac:chgData name="Ramya Moravaneni" userId="404a135319b485d0" providerId="LiveId" clId="{21CA78E4-AD10-45EB-85C7-1D51EC66BF22}" dt="2026-06-25T06:13:36.465" v="20" actId="20577"/>
          <ac:spMkLst>
            <pc:docMk/>
            <pc:sldMk cId="1080004126" sldId="261"/>
            <ac:spMk id="2" creationId="{386BCE6B-C265-28F3-8CD7-A731F68649A9}"/>
          </ac:spMkLst>
        </pc:spChg>
        <pc:spChg chg="mod">
          <ac:chgData name="Ramya Moravaneni" userId="404a135319b485d0" providerId="LiveId" clId="{21CA78E4-AD10-45EB-85C7-1D51EC66BF22}" dt="2026-06-25T06:15:26.024" v="39" actId="14100"/>
          <ac:spMkLst>
            <pc:docMk/>
            <pc:sldMk cId="1080004126" sldId="261"/>
            <ac:spMk id="3" creationId="{4DA3F3B0-C0DD-D369-5367-CD85ECFAD61B}"/>
          </ac:spMkLst>
        </pc:spChg>
      </pc:sldChg>
      <pc:sldChg chg="modSp new mod">
        <pc:chgData name="Ramya Moravaneni" userId="404a135319b485d0" providerId="LiveId" clId="{21CA78E4-AD10-45EB-85C7-1D51EC66BF22}" dt="2026-06-25T06:19:39.812" v="82" actId="255"/>
        <pc:sldMkLst>
          <pc:docMk/>
          <pc:sldMk cId="1488490500" sldId="262"/>
        </pc:sldMkLst>
        <pc:spChg chg="mod">
          <ac:chgData name="Ramya Moravaneni" userId="404a135319b485d0" providerId="LiveId" clId="{21CA78E4-AD10-45EB-85C7-1D51EC66BF22}" dt="2026-06-25T06:16:11.616" v="43" actId="207"/>
          <ac:spMkLst>
            <pc:docMk/>
            <pc:sldMk cId="1488490500" sldId="262"/>
            <ac:spMk id="2" creationId="{B0C6C931-F514-549E-0BB8-81BDB3D5C17F}"/>
          </ac:spMkLst>
        </pc:spChg>
        <pc:spChg chg="mod">
          <ac:chgData name="Ramya Moravaneni" userId="404a135319b485d0" providerId="LiveId" clId="{21CA78E4-AD10-45EB-85C7-1D51EC66BF22}" dt="2026-06-25T06:19:39.812" v="82" actId="255"/>
          <ac:spMkLst>
            <pc:docMk/>
            <pc:sldMk cId="1488490500" sldId="262"/>
            <ac:spMk id="3" creationId="{8D95E759-09AB-31E2-116E-329F33596B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1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18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91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59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21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69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2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2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64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1700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4181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104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90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28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D7953-824C-401D-BE07-0E51B714E1E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EBAC400-95F0-45C6-B487-7AD7204D0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68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BCD8-81E3-44F1-9356-D9094973E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1" y="1174377"/>
            <a:ext cx="9771528" cy="2662518"/>
          </a:xfrm>
        </p:spPr>
        <p:txBody>
          <a:bodyPr>
            <a:normAutofit/>
          </a:bodyPr>
          <a:lstStyle/>
          <a:p>
            <a:r>
              <a:rPr lang="en-US" b="1" dirty="0"/>
              <a:t>Resume Screening &amp; Application Tracking 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4291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BE1E-909C-4670-A47D-18497AAD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102658"/>
            <a:ext cx="8911687" cy="80234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6D71-6825-47A5-80D2-24E451214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Organizations receive a large number of resumes for job openings. Manually screening resumes and tracking candidate applications is time-consuming, error-prone, and inefficient. There is a need for an automated system that can analyze resumes, identify relevant skills, rank candidates, and manage application statuses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01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1F89-675D-4B8E-BF8F-38E71FCB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247" y="624110"/>
            <a:ext cx="9281365" cy="1280890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Methodology/Approach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4C912F-10ED-4006-88F7-30F1C4361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26658" y="1348621"/>
            <a:ext cx="8877953" cy="36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Candidates upload their PDF resumes.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text is extracted using Apache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content is matched with predefined job skills.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matching score is calculated.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 status is assigned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application details are stored and managed through a recruiter dashboard. </a:t>
            </a:r>
          </a:p>
        </p:txBody>
      </p:sp>
    </p:spTree>
    <p:extLst>
      <p:ext uri="{BB962C8B-B14F-4D97-AF65-F5344CB8AC3E}">
        <p14:creationId xmlns:p14="http://schemas.microsoft.com/office/powerpoint/2010/main" val="189101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CE6B-C265-28F3-8CD7-A731F686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Workflow: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3F3B0-C0DD-D369-5367-CD85ECFAD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4907"/>
            <a:ext cx="8915400" cy="43667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Candidate fills application form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Uploads PDF resume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Resume stored in uploads folder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Text extracted using Apache </a:t>
            </a:r>
            <a:r>
              <a:rPr lang="en-IN" dirty="0" err="1"/>
              <a:t>PDFBox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Skills matched with predefined requirements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Matching score calculated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Status assigned automatically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Data stored in H2 Database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Recruiter views and manages applications through dashboard</a:t>
            </a:r>
          </a:p>
        </p:txBody>
      </p:sp>
    </p:spTree>
    <p:extLst>
      <p:ext uri="{BB962C8B-B14F-4D97-AF65-F5344CB8AC3E}">
        <p14:creationId xmlns:p14="http://schemas.microsoft.com/office/powerpoint/2010/main" val="108000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C931-F514-549E-0BB8-81BDB3D5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Technologies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E759-09AB-31E2-116E-329F33596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62269"/>
            <a:ext cx="8915400" cy="5253135"/>
          </a:xfrm>
        </p:spPr>
        <p:txBody>
          <a:bodyPr>
            <a:normAutofit fontScale="70000" lnSpcReduction="20000"/>
          </a:bodyPr>
          <a:lstStyle/>
          <a:p>
            <a:r>
              <a:rPr lang="en-IN" sz="2900" b="1" dirty="0"/>
              <a:t>Backend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Java 17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Spring Boot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Spring Data JPA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/>
              <a:t>Hibernate </a:t>
            </a:r>
          </a:p>
          <a:p>
            <a:r>
              <a:rPr lang="en-IN" sz="2900" b="1" dirty="0"/>
              <a:t>Frontend</a:t>
            </a:r>
            <a:endParaRPr lang="en-IN" sz="29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HTML5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CSS3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JavaScript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Bootstrap 5 </a:t>
            </a:r>
          </a:p>
          <a:p>
            <a:r>
              <a:rPr lang="en-IN" sz="2900" b="1" dirty="0"/>
              <a:t>Database</a:t>
            </a:r>
            <a:endParaRPr lang="en-IN" sz="29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H2 Embedded Database </a:t>
            </a:r>
          </a:p>
          <a:p>
            <a:r>
              <a:rPr lang="en-IN" sz="2900" b="1" dirty="0"/>
              <a:t>Tools &amp; Libraries</a:t>
            </a:r>
            <a:endParaRPr lang="en-IN" sz="29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Maven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Apache </a:t>
            </a:r>
            <a:r>
              <a:rPr lang="en-IN" sz="2000" dirty="0" err="1"/>
              <a:t>PDFBox</a:t>
            </a:r>
            <a:r>
              <a:rPr lang="en-IN" sz="2000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dirty="0"/>
              <a:t>REST APIs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49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533E-5256-415A-85ED-74D0A993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Results / Outcome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97A3A8-63E9-4A26-B466-157895BDA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56965" y="1567891"/>
            <a:ext cx="6526305" cy="305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resume screening process.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candidate shortlisting.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skill-based scoring.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application tracking and status management.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manual recruitment effort. </a:t>
            </a:r>
          </a:p>
        </p:txBody>
      </p:sp>
    </p:spTree>
    <p:extLst>
      <p:ext uri="{BB962C8B-B14F-4D97-AF65-F5344CB8AC3E}">
        <p14:creationId xmlns:p14="http://schemas.microsoft.com/office/powerpoint/2010/main" val="853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9F40-F297-4DB6-8BF9-91A1A5BD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9107" y="1021975"/>
            <a:ext cx="9245506" cy="923365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4BE81-A9AD-4597-9A06-5723CF72A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366682"/>
            <a:ext cx="8060859" cy="2572870"/>
          </a:xfrm>
        </p:spPr>
        <p:txBody>
          <a:bodyPr/>
          <a:lstStyle/>
          <a:p>
            <a:pPr algn="just"/>
            <a:r>
              <a:rPr lang="en-US" dirty="0"/>
              <a:t>The Resume Screening &amp; Application Tracking System simplifies the recruitment process by automating resume analysis and application management. It improves efficiency, saves time, and provides a structured approach to candidate selection.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1717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49</TotalTime>
  <Words>247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Wisp</vt:lpstr>
      <vt:lpstr>Resume Screening &amp; Application Tracking System</vt:lpstr>
      <vt:lpstr> Problem Statement</vt:lpstr>
      <vt:lpstr>Methodology/Approach</vt:lpstr>
      <vt:lpstr>Workflow:</vt:lpstr>
      <vt:lpstr>Technologies Used </vt:lpstr>
      <vt:lpstr>Results / Outcome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Screening &amp; Application Tracking System</dc:title>
  <dc:creator>Ramya Moravaneni</dc:creator>
  <cp:lastModifiedBy>Ramya Moravaneni</cp:lastModifiedBy>
  <cp:revision>1</cp:revision>
  <dcterms:created xsi:type="dcterms:W3CDTF">2026-06-24T17:09:19Z</dcterms:created>
  <dcterms:modified xsi:type="dcterms:W3CDTF">2026-06-25T06:19:44Z</dcterms:modified>
</cp:coreProperties>
</file>